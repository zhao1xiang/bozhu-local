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3"/>
    <p:sldId id="261" r:id="rId4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3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8"/>
        <p:guide pos="389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8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82.xml"/><Relationship Id="rId34" Type="http://schemas.openxmlformats.org/officeDocument/2006/relationships/image" Target="../media/image15.png"/><Relationship Id="rId33" Type="http://schemas.openxmlformats.org/officeDocument/2006/relationships/image" Target="../media/image14.png"/><Relationship Id="rId32" Type="http://schemas.openxmlformats.org/officeDocument/2006/relationships/image" Target="../media/image13.png"/><Relationship Id="rId31" Type="http://schemas.openxmlformats.org/officeDocument/2006/relationships/tags" Target="../tags/tag81.xml"/><Relationship Id="rId30" Type="http://schemas.openxmlformats.org/officeDocument/2006/relationships/tags" Target="../tags/tag80.xml"/><Relationship Id="rId3" Type="http://schemas.openxmlformats.org/officeDocument/2006/relationships/tags" Target="../tags/tag63.xml"/><Relationship Id="rId29" Type="http://schemas.openxmlformats.org/officeDocument/2006/relationships/tags" Target="../tags/tag79.xml"/><Relationship Id="rId28" Type="http://schemas.openxmlformats.org/officeDocument/2006/relationships/tags" Target="../tags/tag78.xml"/><Relationship Id="rId27" Type="http://schemas.openxmlformats.org/officeDocument/2006/relationships/tags" Target="../tags/tag77.xml"/><Relationship Id="rId26" Type="http://schemas.openxmlformats.org/officeDocument/2006/relationships/image" Target="../media/image12.svg"/><Relationship Id="rId25" Type="http://schemas.openxmlformats.org/officeDocument/2006/relationships/image" Target="../media/image11.png"/><Relationship Id="rId24" Type="http://schemas.openxmlformats.org/officeDocument/2006/relationships/tags" Target="../tags/tag76.xml"/><Relationship Id="rId23" Type="http://schemas.openxmlformats.org/officeDocument/2006/relationships/image" Target="../media/image10.svg"/><Relationship Id="rId22" Type="http://schemas.openxmlformats.org/officeDocument/2006/relationships/image" Target="../media/image9.png"/><Relationship Id="rId21" Type="http://schemas.openxmlformats.org/officeDocument/2006/relationships/tags" Target="../tags/tag75.xml"/><Relationship Id="rId20" Type="http://schemas.openxmlformats.org/officeDocument/2006/relationships/image" Target="../media/image8.svg"/><Relationship Id="rId2" Type="http://schemas.openxmlformats.org/officeDocument/2006/relationships/image" Target="../media/image2.png"/><Relationship Id="rId19" Type="http://schemas.openxmlformats.org/officeDocument/2006/relationships/image" Target="../media/image7.png"/><Relationship Id="rId18" Type="http://schemas.openxmlformats.org/officeDocument/2006/relationships/tags" Target="../tags/tag74.xml"/><Relationship Id="rId17" Type="http://schemas.openxmlformats.org/officeDocument/2006/relationships/image" Target="../media/image6.svg"/><Relationship Id="rId16" Type="http://schemas.openxmlformats.org/officeDocument/2006/relationships/image" Target="../media/image5.png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870" y="1057275"/>
            <a:ext cx="2084705" cy="181102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90" y="1104900"/>
            <a:ext cx="1541145" cy="1871345"/>
          </a:xfrm>
          <a:prstGeom prst="rect">
            <a:avLst/>
          </a:prstGeom>
        </p:spPr>
      </p:pic>
      <p:sp>
        <p:nvSpPr>
          <p:cNvPr id="3" name="图片 56" descr="未标题-1"/>
          <p:cNvSpPr/>
          <p:nvPr>
            <p:custDataLst>
              <p:tags r:id="rId3"/>
            </p:custDataLst>
          </p:nvPr>
        </p:nvSpPr>
        <p:spPr>
          <a:xfrm>
            <a:off x="363538" y="2575561"/>
            <a:ext cx="10727055" cy="2785577"/>
          </a:xfrm>
          <a:custGeom>
            <a:avLst/>
            <a:gdLst>
              <a:gd name="connsiteX0" fmla="*/ 0 w 16893"/>
              <a:gd name="connsiteY0" fmla="*/ 2499 h 4386"/>
              <a:gd name="connsiteX1" fmla="*/ 622 w 16893"/>
              <a:gd name="connsiteY1" fmla="*/ 1965 h 4386"/>
              <a:gd name="connsiteX2" fmla="*/ 2358 w 16893"/>
              <a:gd name="connsiteY2" fmla="*/ 1262 h 4386"/>
              <a:gd name="connsiteX3" fmla="*/ 6286 w 16893"/>
              <a:gd name="connsiteY3" fmla="*/ 2564 h 4386"/>
              <a:gd name="connsiteX4" fmla="*/ 6952 w 16893"/>
              <a:gd name="connsiteY4" fmla="*/ 3155 h 4386"/>
              <a:gd name="connsiteX5" fmla="*/ 8609 w 16893"/>
              <a:gd name="connsiteY5" fmla="*/ 4168 h 4386"/>
              <a:gd name="connsiteX6" fmla="*/ 10854 w 16893"/>
              <a:gd name="connsiteY6" fmla="*/ 4318 h 4386"/>
              <a:gd name="connsiteX7" fmla="*/ 14538 w 16893"/>
              <a:gd name="connsiteY7" fmla="*/ 2343 h 4386"/>
              <a:gd name="connsiteX8" fmla="*/ 16476 w 16893"/>
              <a:gd name="connsiteY8" fmla="*/ 417 h 4386"/>
              <a:gd name="connsiteX9" fmla="*/ 16893 w 16893"/>
              <a:gd name="connsiteY9" fmla="*/ 0 h 4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93" h="4387">
                <a:moveTo>
                  <a:pt x="0" y="2499"/>
                </a:moveTo>
                <a:cubicBezTo>
                  <a:pt x="179" y="2304"/>
                  <a:pt x="388" y="2124"/>
                  <a:pt x="622" y="1965"/>
                </a:cubicBezTo>
                <a:cubicBezTo>
                  <a:pt x="1110" y="1625"/>
                  <a:pt x="1703" y="1361"/>
                  <a:pt x="2358" y="1262"/>
                </a:cubicBezTo>
                <a:cubicBezTo>
                  <a:pt x="3886" y="1030"/>
                  <a:pt x="5287" y="1770"/>
                  <a:pt x="6286" y="2564"/>
                </a:cubicBezTo>
                <a:cubicBezTo>
                  <a:pt x="6525" y="2753"/>
                  <a:pt x="6738" y="2951"/>
                  <a:pt x="6952" y="3155"/>
                </a:cubicBezTo>
                <a:cubicBezTo>
                  <a:pt x="7504" y="3593"/>
                  <a:pt x="7896" y="3931"/>
                  <a:pt x="8609" y="4168"/>
                </a:cubicBezTo>
                <a:cubicBezTo>
                  <a:pt x="9295" y="4393"/>
                  <a:pt x="10126" y="4447"/>
                  <a:pt x="10854" y="4318"/>
                </a:cubicBezTo>
                <a:cubicBezTo>
                  <a:pt x="12385" y="3972"/>
                  <a:pt x="13581" y="3246"/>
                  <a:pt x="14538" y="2343"/>
                </a:cubicBezTo>
                <a:cubicBezTo>
                  <a:pt x="15205" y="1715"/>
                  <a:pt x="15833" y="1061"/>
                  <a:pt x="16476" y="417"/>
                </a:cubicBezTo>
                <a:lnTo>
                  <a:pt x="16893" y="0"/>
                </a:lnTo>
              </a:path>
            </a:pathLst>
          </a:custGeom>
          <a:noFill/>
          <a:ln w="19055" cap="flat">
            <a:solidFill>
              <a:srgbClr val="376FFF">
                <a:alpha val="35000"/>
              </a:srgbClr>
            </a:solidFill>
            <a:custDash>
              <a:ds d="300000" sp="225000"/>
            </a:custDash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1599248" y="3157221"/>
            <a:ext cx="473710" cy="474345"/>
          </a:xfrm>
          <a:prstGeom prst="ellipse">
            <a:avLst/>
          </a:prstGeom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3783648" y="3738246"/>
            <a:ext cx="473710" cy="474345"/>
          </a:xfrm>
          <a:prstGeom prst="ellipse">
            <a:avLst/>
          </a:prstGeom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>
            <p:custDataLst>
              <p:tags r:id="rId6"/>
            </p:custDataLst>
          </p:nvPr>
        </p:nvSpPr>
        <p:spPr>
          <a:xfrm>
            <a:off x="8008303" y="4740911"/>
            <a:ext cx="473710" cy="474345"/>
          </a:xfrm>
          <a:prstGeom prst="ellipse">
            <a:avLst/>
          </a:prstGeom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9792653" y="3364866"/>
            <a:ext cx="473710" cy="474345"/>
          </a:xfrm>
          <a:prstGeom prst="ellipse">
            <a:avLst/>
          </a:prstGeom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5712778" y="5016501"/>
            <a:ext cx="473710" cy="474345"/>
          </a:xfrm>
          <a:prstGeom prst="ellipse">
            <a:avLst/>
          </a:prstGeom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sp>
        <p:nvSpPr>
          <p:cNvPr id="2" name="任意多边形: 形状 3"/>
          <p:cNvSpPr/>
          <p:nvPr>
            <p:custDataLst>
              <p:tags r:id="rId9"/>
            </p:custDataLst>
          </p:nvPr>
        </p:nvSpPr>
        <p:spPr>
          <a:xfrm rot="21120000">
            <a:off x="11081703" y="1804035"/>
            <a:ext cx="700284" cy="700855"/>
          </a:xfrm>
          <a:custGeom>
            <a:avLst/>
            <a:gdLst>
              <a:gd name="connsiteX0" fmla="*/ 700097 w 700284"/>
              <a:gd name="connsiteY0" fmla="*/ 857 h 700855"/>
              <a:gd name="connsiteX1" fmla="*/ 697850 w 700284"/>
              <a:gd name="connsiteY1" fmla="*/ 40730 h 700855"/>
              <a:gd name="connsiteX2" fmla="*/ 668129 w 700284"/>
              <a:gd name="connsiteY2" fmla="*/ 171739 h 700855"/>
              <a:gd name="connsiteX3" fmla="*/ 567848 w 700284"/>
              <a:gd name="connsiteY3" fmla="*/ 326540 h 700855"/>
              <a:gd name="connsiteX4" fmla="*/ 370811 w 700284"/>
              <a:gd name="connsiteY4" fmla="*/ 497034 h 700855"/>
              <a:gd name="connsiteX5" fmla="*/ 365386 w 700284"/>
              <a:gd name="connsiteY5" fmla="*/ 508348 h 700855"/>
              <a:gd name="connsiteX6" fmla="*/ 366975 w 700284"/>
              <a:gd name="connsiteY6" fmla="*/ 621107 h 700855"/>
              <a:gd name="connsiteX7" fmla="*/ 359613 w 700284"/>
              <a:gd name="connsiteY7" fmla="*/ 636219 h 700855"/>
              <a:gd name="connsiteX8" fmla="*/ 281379 w 700284"/>
              <a:gd name="connsiteY8" fmla="*/ 697171 h 700855"/>
              <a:gd name="connsiteX9" fmla="*/ 270878 w 700284"/>
              <a:gd name="connsiteY9" fmla="*/ 693296 h 700855"/>
              <a:gd name="connsiteX10" fmla="*/ 249683 w 700284"/>
              <a:gd name="connsiteY10" fmla="*/ 594642 h 700855"/>
              <a:gd name="connsiteX11" fmla="*/ 222287 w 700284"/>
              <a:gd name="connsiteY11" fmla="*/ 596385 h 700855"/>
              <a:gd name="connsiteX12" fmla="*/ 199038 w 700284"/>
              <a:gd name="connsiteY12" fmla="*/ 606925 h 700855"/>
              <a:gd name="connsiteX13" fmla="*/ 176913 w 700284"/>
              <a:gd name="connsiteY13" fmla="*/ 606034 h 700855"/>
              <a:gd name="connsiteX14" fmla="*/ 132584 w 700284"/>
              <a:gd name="connsiteY14" fmla="*/ 570462 h 700855"/>
              <a:gd name="connsiteX15" fmla="*/ 93835 w 700284"/>
              <a:gd name="connsiteY15" fmla="*/ 523267 h 700855"/>
              <a:gd name="connsiteX16" fmla="*/ 92789 w 700284"/>
              <a:gd name="connsiteY16" fmla="*/ 500017 h 700855"/>
              <a:gd name="connsiteX17" fmla="*/ 104995 w 700284"/>
              <a:gd name="connsiteY17" fmla="*/ 472700 h 700855"/>
              <a:gd name="connsiteX18" fmla="*/ 106855 w 700284"/>
              <a:gd name="connsiteY18" fmla="*/ 457200 h 700855"/>
              <a:gd name="connsiteX19" fmla="*/ 98563 w 700284"/>
              <a:gd name="connsiteY19" fmla="*/ 448869 h 700855"/>
              <a:gd name="connsiteX20" fmla="*/ 7930 w 700284"/>
              <a:gd name="connsiteY20" fmla="*/ 429689 h 700855"/>
              <a:gd name="connsiteX21" fmla="*/ 3667 w 700284"/>
              <a:gd name="connsiteY21" fmla="*/ 418413 h 700855"/>
              <a:gd name="connsiteX22" fmla="*/ 62798 w 700284"/>
              <a:gd name="connsiteY22" fmla="*/ 342349 h 700855"/>
              <a:gd name="connsiteX23" fmla="*/ 80855 w 700284"/>
              <a:gd name="connsiteY23" fmla="*/ 333631 h 700855"/>
              <a:gd name="connsiteX24" fmla="*/ 190785 w 700284"/>
              <a:gd name="connsiteY24" fmla="*/ 335297 h 700855"/>
              <a:gd name="connsiteX25" fmla="*/ 201441 w 700284"/>
              <a:gd name="connsiteY25" fmla="*/ 329795 h 700855"/>
              <a:gd name="connsiteX26" fmla="*/ 367401 w 700284"/>
              <a:gd name="connsiteY26" fmla="*/ 137407 h 700855"/>
              <a:gd name="connsiteX27" fmla="*/ 517707 w 700284"/>
              <a:gd name="connsiteY27" fmla="*/ 35305 h 700855"/>
              <a:gd name="connsiteX28" fmla="*/ 691495 w 700284"/>
              <a:gd name="connsiteY28" fmla="*/ 43 h 700855"/>
              <a:gd name="connsiteX29" fmla="*/ 697888 w 700284"/>
              <a:gd name="connsiteY29" fmla="*/ 43 h 700855"/>
              <a:gd name="connsiteX30" fmla="*/ 700097 w 700284"/>
              <a:gd name="connsiteY30" fmla="*/ 857 h 700855"/>
              <a:gd name="connsiteX31" fmla="*/ 480857 w 700284"/>
              <a:gd name="connsiteY31" fmla="*/ 276554 h 700855"/>
              <a:gd name="connsiteX32" fmla="*/ 538356 w 700284"/>
              <a:gd name="connsiteY32" fmla="*/ 218404 h 700855"/>
              <a:gd name="connsiteX33" fmla="*/ 480183 w 700284"/>
              <a:gd name="connsiteY33" fmla="*/ 160932 h 700855"/>
              <a:gd name="connsiteX34" fmla="*/ 422734 w 700284"/>
              <a:gd name="connsiteY34" fmla="*/ 219128 h 700855"/>
              <a:gd name="connsiteX35" fmla="*/ 480857 w 700284"/>
              <a:gd name="connsiteY35" fmla="*/ 276399 h 700855"/>
              <a:gd name="connsiteX36" fmla="*/ 480857 w 700284"/>
              <a:gd name="connsiteY36" fmla="*/ 276554 h 70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00284" h="700855">
                <a:moveTo>
                  <a:pt x="700097" y="857"/>
                </a:moveTo>
                <a:cubicBezTo>
                  <a:pt x="699400" y="13838"/>
                  <a:pt x="699283" y="27323"/>
                  <a:pt x="697850" y="40730"/>
                </a:cubicBezTo>
                <a:cubicBezTo>
                  <a:pt x="693498" y="85476"/>
                  <a:pt x="683513" y="129495"/>
                  <a:pt x="668129" y="171739"/>
                </a:cubicBezTo>
                <a:cubicBezTo>
                  <a:pt x="646159" y="230753"/>
                  <a:pt x="613881" y="282947"/>
                  <a:pt x="567848" y="326540"/>
                </a:cubicBezTo>
                <a:cubicBezTo>
                  <a:pt x="504804" y="386406"/>
                  <a:pt x="437846" y="441701"/>
                  <a:pt x="370811" y="497034"/>
                </a:cubicBezTo>
                <a:cubicBezTo>
                  <a:pt x="367149" y="499599"/>
                  <a:pt x="365092" y="503888"/>
                  <a:pt x="365386" y="508348"/>
                </a:cubicBezTo>
                <a:cubicBezTo>
                  <a:pt x="366045" y="545935"/>
                  <a:pt x="366277" y="583521"/>
                  <a:pt x="366975" y="621107"/>
                </a:cubicBezTo>
                <a:cubicBezTo>
                  <a:pt x="367370" y="627094"/>
                  <a:pt x="364568" y="632840"/>
                  <a:pt x="359613" y="636219"/>
                </a:cubicBezTo>
                <a:cubicBezTo>
                  <a:pt x="333418" y="656368"/>
                  <a:pt x="307457" y="676828"/>
                  <a:pt x="281379" y="697171"/>
                </a:cubicBezTo>
                <a:cubicBezTo>
                  <a:pt x="274404" y="702595"/>
                  <a:pt x="272777" y="702092"/>
                  <a:pt x="270878" y="693296"/>
                </a:cubicBezTo>
                <a:cubicBezTo>
                  <a:pt x="263748" y="660359"/>
                  <a:pt x="256735" y="627423"/>
                  <a:pt x="249683" y="594642"/>
                </a:cubicBezTo>
                <a:cubicBezTo>
                  <a:pt x="240809" y="590744"/>
                  <a:pt x="230595" y="591394"/>
                  <a:pt x="222287" y="596385"/>
                </a:cubicBezTo>
                <a:cubicBezTo>
                  <a:pt x="214809" y="600454"/>
                  <a:pt x="206439" y="602895"/>
                  <a:pt x="199038" y="606925"/>
                </a:cubicBezTo>
                <a:cubicBezTo>
                  <a:pt x="192203" y="611288"/>
                  <a:pt x="183376" y="610932"/>
                  <a:pt x="176913" y="606034"/>
                </a:cubicBezTo>
                <a:cubicBezTo>
                  <a:pt x="161684" y="594719"/>
                  <a:pt x="145914" y="583792"/>
                  <a:pt x="132584" y="570462"/>
                </a:cubicBezTo>
                <a:cubicBezTo>
                  <a:pt x="118666" y="555579"/>
                  <a:pt x="105724" y="539816"/>
                  <a:pt x="93835" y="523267"/>
                </a:cubicBezTo>
                <a:cubicBezTo>
                  <a:pt x="88628" y="516509"/>
                  <a:pt x="88209" y="507213"/>
                  <a:pt x="92789" y="500017"/>
                </a:cubicBezTo>
                <a:cubicBezTo>
                  <a:pt x="97517" y="491260"/>
                  <a:pt x="100539" y="481689"/>
                  <a:pt x="104995" y="472700"/>
                </a:cubicBezTo>
                <a:cubicBezTo>
                  <a:pt x="107413" y="467910"/>
                  <a:pt x="108068" y="462423"/>
                  <a:pt x="106855" y="457200"/>
                </a:cubicBezTo>
                <a:cubicBezTo>
                  <a:pt x="106541" y="452752"/>
                  <a:pt x="103011" y="449202"/>
                  <a:pt x="98563" y="448869"/>
                </a:cubicBezTo>
                <a:cubicBezTo>
                  <a:pt x="68339" y="442708"/>
                  <a:pt x="38154" y="436121"/>
                  <a:pt x="7930" y="429689"/>
                </a:cubicBezTo>
                <a:cubicBezTo>
                  <a:pt x="-1680" y="427635"/>
                  <a:pt x="-2300" y="426046"/>
                  <a:pt x="3667" y="418413"/>
                </a:cubicBezTo>
                <a:cubicBezTo>
                  <a:pt x="23429" y="393071"/>
                  <a:pt x="43346" y="368039"/>
                  <a:pt x="62798" y="342349"/>
                </a:cubicBezTo>
                <a:cubicBezTo>
                  <a:pt x="66808" y="336405"/>
                  <a:pt x="73706" y="333073"/>
                  <a:pt x="80855" y="333631"/>
                </a:cubicBezTo>
                <a:cubicBezTo>
                  <a:pt x="117511" y="334483"/>
                  <a:pt x="154167" y="334638"/>
                  <a:pt x="190785" y="335297"/>
                </a:cubicBezTo>
                <a:cubicBezTo>
                  <a:pt x="195055" y="335448"/>
                  <a:pt x="199092" y="333363"/>
                  <a:pt x="201441" y="329795"/>
                </a:cubicBezTo>
                <a:cubicBezTo>
                  <a:pt x="255224" y="264348"/>
                  <a:pt x="309549" y="199367"/>
                  <a:pt x="367401" y="137407"/>
                </a:cubicBezTo>
                <a:cubicBezTo>
                  <a:pt x="409164" y="92478"/>
                  <a:pt x="460549" y="57574"/>
                  <a:pt x="517707" y="35305"/>
                </a:cubicBezTo>
                <a:cubicBezTo>
                  <a:pt x="573129" y="13485"/>
                  <a:pt x="631950" y="1551"/>
                  <a:pt x="691495" y="43"/>
                </a:cubicBezTo>
                <a:cubicBezTo>
                  <a:pt x="693626" y="43"/>
                  <a:pt x="695757" y="43"/>
                  <a:pt x="697888" y="43"/>
                </a:cubicBezTo>
                <a:cubicBezTo>
                  <a:pt x="698160" y="-422"/>
                  <a:pt x="698547" y="-73"/>
                  <a:pt x="700097" y="857"/>
                </a:cubicBezTo>
                <a:moveTo>
                  <a:pt x="480857" y="276554"/>
                </a:moveTo>
                <a:cubicBezTo>
                  <a:pt x="512798" y="276383"/>
                  <a:pt x="538542" y="250344"/>
                  <a:pt x="538356" y="218404"/>
                </a:cubicBezTo>
                <a:cubicBezTo>
                  <a:pt x="538170" y="186467"/>
                  <a:pt x="512123" y="160730"/>
                  <a:pt x="480183" y="160932"/>
                </a:cubicBezTo>
                <a:cubicBezTo>
                  <a:pt x="448246" y="161129"/>
                  <a:pt x="422521" y="187192"/>
                  <a:pt x="422734" y="219128"/>
                </a:cubicBezTo>
                <a:cubicBezTo>
                  <a:pt x="423404" y="250809"/>
                  <a:pt x="449172" y="276197"/>
                  <a:pt x="480857" y="276399"/>
                </a:cubicBezTo>
                <a:lnTo>
                  <a:pt x="480857" y="276554"/>
                </a:lnTo>
              </a:path>
            </a:pathLst>
          </a:custGeom>
          <a:solidFill>
            <a:srgbClr val="376FFF"/>
          </a:solidFill>
          <a:ln w="3841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9" name="任意多边形: 形状 8"/>
          <p:cNvSpPr/>
          <p:nvPr>
            <p:custDataLst>
              <p:tags r:id="rId10"/>
            </p:custDataLst>
          </p:nvPr>
        </p:nvSpPr>
        <p:spPr>
          <a:xfrm rot="21120000">
            <a:off x="11100753" y="2362836"/>
            <a:ext cx="197959" cy="198238"/>
          </a:xfrm>
          <a:custGeom>
            <a:avLst/>
            <a:gdLst>
              <a:gd name="connsiteX0" fmla="*/ 197772 w 197959"/>
              <a:gd name="connsiteY0" fmla="*/ 122284 h 198238"/>
              <a:gd name="connsiteX1" fmla="*/ 154 w 197959"/>
              <a:gd name="connsiteY1" fmla="*/ 198077 h 198238"/>
              <a:gd name="connsiteX2" fmla="*/ 19179 w 197959"/>
              <a:gd name="connsiteY2" fmla="*/ 74081 h 198238"/>
              <a:gd name="connsiteX3" fmla="*/ 75946 w 197959"/>
              <a:gd name="connsiteY3" fmla="*/ -162 h 198238"/>
              <a:gd name="connsiteX4" fmla="*/ 81410 w 197959"/>
              <a:gd name="connsiteY4" fmla="*/ 9216 h 198238"/>
              <a:gd name="connsiteX5" fmla="*/ 81138 w 197959"/>
              <a:gd name="connsiteY5" fmla="*/ 15415 h 198238"/>
              <a:gd name="connsiteX6" fmla="*/ 47543 w 197959"/>
              <a:gd name="connsiteY6" fmla="*/ 142937 h 198238"/>
              <a:gd name="connsiteX7" fmla="*/ 52813 w 197959"/>
              <a:gd name="connsiteY7" fmla="*/ 150067 h 198238"/>
              <a:gd name="connsiteX8" fmla="*/ 173476 w 197959"/>
              <a:gd name="connsiteY8" fmla="*/ 122168 h 198238"/>
              <a:gd name="connsiteX9" fmla="*/ 175879 w 197959"/>
              <a:gd name="connsiteY9" fmla="*/ 120657 h 198238"/>
              <a:gd name="connsiteX10" fmla="*/ 197772 w 197959"/>
              <a:gd name="connsiteY10" fmla="*/ 122284 h 19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7959" h="198238">
                <a:moveTo>
                  <a:pt x="197772" y="122284"/>
                </a:moveTo>
                <a:cubicBezTo>
                  <a:pt x="146507" y="186026"/>
                  <a:pt x="76217" y="197883"/>
                  <a:pt x="154" y="198077"/>
                </a:cubicBezTo>
                <a:cubicBezTo>
                  <a:pt x="-1629" y="154601"/>
                  <a:pt x="3409" y="113488"/>
                  <a:pt x="19179" y="74081"/>
                </a:cubicBezTo>
                <a:cubicBezTo>
                  <a:pt x="30684" y="44454"/>
                  <a:pt x="50368" y="18705"/>
                  <a:pt x="75946" y="-162"/>
                </a:cubicBezTo>
                <a:cubicBezTo>
                  <a:pt x="78007" y="2818"/>
                  <a:pt x="79836" y="5953"/>
                  <a:pt x="81410" y="9216"/>
                </a:cubicBezTo>
                <a:cubicBezTo>
                  <a:pt x="82188" y="11230"/>
                  <a:pt x="82088" y="13478"/>
                  <a:pt x="81138" y="15415"/>
                </a:cubicBezTo>
                <a:cubicBezTo>
                  <a:pt x="54712" y="53931"/>
                  <a:pt x="47621" y="97485"/>
                  <a:pt x="47543" y="142937"/>
                </a:cubicBezTo>
                <a:cubicBezTo>
                  <a:pt x="47543" y="146618"/>
                  <a:pt x="47311" y="150028"/>
                  <a:pt x="52813" y="150067"/>
                </a:cubicBezTo>
                <a:cubicBezTo>
                  <a:pt x="95437" y="150377"/>
                  <a:pt x="136161" y="144022"/>
                  <a:pt x="173476" y="122168"/>
                </a:cubicBezTo>
                <a:cubicBezTo>
                  <a:pt x="174290" y="121703"/>
                  <a:pt x="175104" y="121160"/>
                  <a:pt x="175879" y="120657"/>
                </a:cubicBezTo>
                <a:cubicBezTo>
                  <a:pt x="186380" y="113721"/>
                  <a:pt x="186341" y="113721"/>
                  <a:pt x="197772" y="122284"/>
                </a:cubicBezTo>
                <a:close/>
              </a:path>
            </a:pathLst>
          </a:custGeom>
          <a:solidFill>
            <a:srgbClr val="376FFF"/>
          </a:solidFill>
          <a:ln w="3841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pic>
        <p:nvPicPr>
          <p:cNvPr id="22" name="图形 21" descr="333438303937363b333438313037303bb6a8cebbb2fac6b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10373" y="3268346"/>
            <a:ext cx="252000" cy="252000"/>
          </a:xfrm>
          <a:prstGeom prst="rect">
            <a:avLst/>
          </a:prstGeom>
        </p:spPr>
      </p:pic>
      <p:sp>
        <p:nvSpPr>
          <p:cNvPr id="5" name="椭圆 4"/>
          <p:cNvSpPr/>
          <p:nvPr>
            <p:custDataLst>
              <p:tags r:id="rId14"/>
            </p:custDataLst>
          </p:nvPr>
        </p:nvSpPr>
        <p:spPr>
          <a:xfrm>
            <a:off x="11484293" y="1941195"/>
            <a:ext cx="123190" cy="12319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</a:endParaRPr>
          </a:p>
        </p:txBody>
      </p:sp>
      <p:pic>
        <p:nvPicPr>
          <p:cNvPr id="25" name="图形 24" descr="333438303937363b333438313039323bcfeec4bfbcc6bba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41683" y="5145406"/>
            <a:ext cx="216000" cy="216000"/>
          </a:xfrm>
          <a:prstGeom prst="rect">
            <a:avLst/>
          </a:prstGeom>
        </p:spPr>
      </p:pic>
      <p:pic>
        <p:nvPicPr>
          <p:cNvPr id="26" name="图形 25" descr="333438303937363b333438313035353bb2fac6b7c4a3d0cd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912553" y="3867151"/>
            <a:ext cx="216000" cy="216000"/>
          </a:xfrm>
          <a:prstGeom prst="rect">
            <a:avLst/>
          </a:prstGeom>
        </p:spPr>
      </p:pic>
      <p:pic>
        <p:nvPicPr>
          <p:cNvPr id="28" name="图形 27" descr="333438303937363b333438313038383bcfeec4bfd0a7c2ca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101013" y="4834256"/>
            <a:ext cx="288000" cy="288000"/>
          </a:xfrm>
          <a:prstGeom prst="rect">
            <a:avLst/>
          </a:prstGeom>
        </p:spPr>
      </p:pic>
      <p:pic>
        <p:nvPicPr>
          <p:cNvPr id="29" name="图形 28" descr="333438303937363b333438313038303bd7e9d6afbcdcb9b9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21558" y="3493771"/>
            <a:ext cx="216000" cy="216000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7"/>
            </p:custDataLst>
          </p:nvPr>
        </p:nvSpPr>
        <p:spPr>
          <a:xfrm>
            <a:off x="7037388" y="3289936"/>
            <a:ext cx="2143125" cy="967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护士每天打开“今日预约”模块，设置预约是否完成；</a:t>
            </a:r>
            <a:endParaRPr lang="en-US" altLang="zh-CN" sz="12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随访</a:t>
            </a:r>
            <a:r>
              <a:rPr lang="zh-CN" altLang="en-US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将复诊的患者</a:t>
            </a: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，并记录随访结果</a:t>
            </a:r>
            <a:endParaRPr lang="en-US" altLang="zh-CN" sz="12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28"/>
            </p:custDataLst>
          </p:nvPr>
        </p:nvSpPr>
        <p:spPr>
          <a:xfrm>
            <a:off x="3866515" y="3074035"/>
            <a:ext cx="2143125" cy="676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为患者新增预约</a:t>
            </a:r>
            <a:endParaRPr lang="en-US" altLang="zh-CN" sz="12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可以批量设置多次预约</a:t>
            </a:r>
            <a:endParaRPr lang="en-US" altLang="zh-CN" sz="12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29"/>
            </p:custDataLst>
          </p:nvPr>
        </p:nvSpPr>
        <p:spPr>
          <a:xfrm>
            <a:off x="740093" y="3907156"/>
            <a:ext cx="2143125" cy="967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医生处方后，患者来到玻注中心护士台</a:t>
            </a:r>
            <a:endParaRPr lang="en-US" altLang="zh-CN" sz="12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护士登录玻注预约系统</a:t>
            </a:r>
            <a:endParaRPr lang="en-US" altLang="zh-CN" sz="12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30"/>
            </p:custDataLst>
          </p:nvPr>
        </p:nvSpPr>
        <p:spPr>
          <a:xfrm>
            <a:off x="5313363" y="5576571"/>
            <a:ext cx="2143125" cy="967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打印医嘱卡</a:t>
            </a:r>
            <a:endParaRPr lang="en-US" altLang="zh-CN" sz="12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31"/>
            </p:custDataLst>
          </p:nvPr>
        </p:nvSpPr>
        <p:spPr>
          <a:xfrm>
            <a:off x="9685338" y="4067811"/>
            <a:ext cx="2143125" cy="9671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实时统计</a:t>
            </a:r>
            <a:r>
              <a:rPr lang="zh-CN" altLang="en-US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关键指标</a:t>
            </a:r>
            <a:endParaRPr lang="zh-CN" altLang="en-US" sz="12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查看</a:t>
            </a:r>
            <a:r>
              <a:rPr lang="zh-CN" altLang="en-US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注药趋势</a:t>
            </a: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医生工作量</a:t>
            </a: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药品使用分布</a:t>
            </a:r>
            <a:r>
              <a:rPr lang="en-US" altLang="zh-CN" sz="12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等统计</a:t>
            </a:r>
            <a:endParaRPr lang="en-US" altLang="zh-CN" sz="12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930525" y="5122545"/>
            <a:ext cx="2142490" cy="150876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3"/>
          <a:srcRect l="18807"/>
          <a:stretch>
            <a:fillRect/>
          </a:stretch>
        </p:blipFill>
        <p:spPr>
          <a:xfrm>
            <a:off x="6961505" y="1310005"/>
            <a:ext cx="3305175" cy="149542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98050" y="5145405"/>
            <a:ext cx="1899285" cy="125984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21" name="文本框 20"/>
          <p:cNvSpPr txBox="1"/>
          <p:nvPr/>
        </p:nvSpPr>
        <p:spPr>
          <a:xfrm>
            <a:off x="3658870" y="1054100"/>
            <a:ext cx="3867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charset="0"/>
                <a:ea typeface="Calibri" charset="0"/>
                <a:sym typeface="Wingdings 2" panose="05020102010507070707" charset="0"/>
              </a:rPr>
              <a:t></a:t>
            </a:r>
            <a:endParaRPr lang="zh-CN" altLang="en-US">
              <a:latin typeface="Calibri" charset="0"/>
              <a:ea typeface="Calibri" charset="0"/>
              <a:sym typeface="Wingdings 2" panose="05020102010507070707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798050" y="5145405"/>
            <a:ext cx="3867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charset="0"/>
                <a:ea typeface="Calibri" charset="0"/>
                <a:sym typeface="Wingdings 2" panose="05020102010507070707" charset="0"/>
              </a:rPr>
              <a:t></a:t>
            </a:r>
            <a:endParaRPr lang="zh-CN" altLang="en-US">
              <a:latin typeface="Calibri" charset="0"/>
              <a:ea typeface="Calibri" charset="0"/>
              <a:sym typeface="Wingdings 2" panose="05020102010507070707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61505" y="1310005"/>
            <a:ext cx="3867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charset="0"/>
                <a:ea typeface="Calibri" charset="0"/>
                <a:sym typeface="Wingdings 2" panose="05020102010507070707" charset="0"/>
              </a:rPr>
              <a:t></a:t>
            </a:r>
            <a:endParaRPr lang="zh-CN" altLang="en-US">
              <a:latin typeface="Calibri" charset="0"/>
              <a:ea typeface="Calibri" charset="0"/>
              <a:sym typeface="Wingdings 2" panose="05020102010507070707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30525" y="5145405"/>
            <a:ext cx="3867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charset="0"/>
                <a:ea typeface="Calibri" charset="0"/>
                <a:sym typeface="Wingdings 2" panose="05020102010507070707" charset="0"/>
              </a:rPr>
              <a:t></a:t>
            </a:r>
            <a:endParaRPr lang="zh-CN" altLang="en-US">
              <a:latin typeface="Calibri" charset="0"/>
              <a:ea typeface="Calibri" charset="0"/>
              <a:sym typeface="Wingdings 2" panose="05020102010507070707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88085" y="1104900"/>
            <a:ext cx="4114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Calibri" charset="0"/>
                <a:ea typeface="Calibri" charset="0"/>
                <a:sym typeface="Wingdings 2" panose="05020102010507070707" charset="0"/>
              </a:rPr>
              <a:t></a:t>
            </a:r>
            <a:endParaRPr lang="zh-CN" altLang="en-US">
              <a:latin typeface="Calibri" charset="0"/>
              <a:ea typeface="Calibri" charset="0"/>
              <a:sym typeface="Wingdings 2" panose="05020102010507070707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06400" y="207645"/>
            <a:ext cx="74606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rPr>
              <a:t>玻注预约系统使用流程</a:t>
            </a:r>
            <a:endParaRPr lang="en-US" altLang="zh-CN" sz="2800" b="1">
              <a:solidFill>
                <a:schemeClr val="tx1">
                  <a:lumMod val="65000"/>
                  <a:lumOff val="35000"/>
                </a:schemeClr>
              </a:solidFill>
              <a:latin typeface="Microsoft YaHei Bold" panose="020B0503020204020204" charset="-122"/>
              <a:ea typeface="Microsoft YaHei Bold" panose="020B0503020204020204" charset="-122"/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210" y="1259205"/>
            <a:ext cx="6388735" cy="207454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865" y="2495550"/>
            <a:ext cx="7317105" cy="265176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" y="4157980"/>
            <a:ext cx="6970395" cy="214122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33" name="文本框 32"/>
          <p:cNvSpPr txBox="1"/>
          <p:nvPr/>
        </p:nvSpPr>
        <p:spPr>
          <a:xfrm>
            <a:off x="406400" y="207645"/>
            <a:ext cx="74606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Bold" panose="020B0503020204020204" charset="-122"/>
                <a:ea typeface="Microsoft YaHei Bold" panose="020B0503020204020204" charset="-122"/>
              </a:rPr>
              <a:t>科室玻注数据看板</a:t>
            </a:r>
            <a:endParaRPr lang="en-US" altLang="zh-CN" sz="2800" b="1">
              <a:solidFill>
                <a:schemeClr val="tx1">
                  <a:lumMod val="65000"/>
                  <a:lumOff val="35000"/>
                </a:schemeClr>
              </a:solidFill>
              <a:latin typeface="Microsoft YaHei Bold" panose="020B0503020204020204" charset="-122"/>
              <a:ea typeface="Microsoft YaHei Bold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i*1_1"/>
  <p:tag name="KSO_WM_TEMPLATE_CATEGORY" val="diagram"/>
  <p:tag name="KSO_WM_TEMPLATE_INDEX" val="20233243"/>
  <p:tag name="KSO_WM_UNIT_LAYERLEVEL" val="1_1"/>
  <p:tag name="KSO_WM_TAG_VERSION" val="3.0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i*1_1_1"/>
  <p:tag name="KSO_WM_TEMPLATE_CATEGORY" val="diagram"/>
  <p:tag name="KSO_WM_TEMPLATE_INDEX" val="20233243"/>
  <p:tag name="KSO_WM_UNIT_LAYERLEVEL" val="1_1_1"/>
  <p:tag name="KSO_WM_TAG_VERSION" val="3.0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i*1_2_1"/>
  <p:tag name="KSO_WM_TEMPLATE_CATEGORY" val="diagram"/>
  <p:tag name="KSO_WM_TEMPLATE_INDEX" val="20233243"/>
  <p:tag name="KSO_WM_UNIT_LAYERLEVEL" val="1_1_1"/>
  <p:tag name="KSO_WM_TAG_VERSION" val="3.0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i*1_4_1"/>
  <p:tag name="KSO_WM_TEMPLATE_CATEGORY" val="diagram"/>
  <p:tag name="KSO_WM_TEMPLATE_INDEX" val="20233243"/>
  <p:tag name="KSO_WM_UNIT_LAYERLEVEL" val="1_1_1"/>
  <p:tag name="KSO_WM_TAG_VERSION" val="3.0"/>
  <p:tag name="KSO_WM_UNIT_TYPE" val="m_h_i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i*1_5_1"/>
  <p:tag name="KSO_WM_TEMPLATE_CATEGORY" val="diagram"/>
  <p:tag name="KSO_WM_TEMPLATE_INDEX" val="20233243"/>
  <p:tag name="KSO_WM_UNIT_LAYERLEVEL" val="1_1_1"/>
  <p:tag name="KSO_WM_TAG_VERSION" val="3.0"/>
  <p:tag name="KSO_WM_UNIT_TYPE" val="m_h_i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i*1_3_1"/>
  <p:tag name="KSO_WM_TEMPLATE_CATEGORY" val="diagram"/>
  <p:tag name="KSO_WM_TEMPLATE_INDEX" val="20233243"/>
  <p:tag name="KSO_WM_UNIT_LAYERLEVEL" val="1_1_1"/>
  <p:tag name="KSO_WM_TAG_VERSION" val="3.0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i*1_2"/>
  <p:tag name="KSO_WM_TEMPLATE_CATEGORY" val="diagram"/>
  <p:tag name="KSO_WM_TEMPLATE_INDEX" val="20233243"/>
  <p:tag name="KSO_WM_UNIT_LAYERLEVEL" val="1_1"/>
  <p:tag name="KSO_WM_TAG_VERSION" val="3.0"/>
  <p:tag name="KSO_WM_UNIT_TYPE" val="m_i"/>
  <p:tag name="KSO_WM_UNIT_INDEX" val="1_2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i*1_3"/>
  <p:tag name="KSO_WM_TEMPLATE_CATEGORY" val="diagram"/>
  <p:tag name="KSO_WM_TEMPLATE_INDEX" val="20233243"/>
  <p:tag name="KSO_WM_UNIT_LAYERLEVEL" val="1_1"/>
  <p:tag name="KSO_WM_TAG_VERSION" val="3.0"/>
  <p:tag name="KSO_WM_UNIT_TYPE" val="m_i"/>
  <p:tag name="KSO_WM_UNIT_INDEX" val="1_3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x*1_1_1"/>
  <p:tag name="KSO_WM_TEMPLATE_CATEGORY" val="diagram"/>
  <p:tag name="KSO_WM_TEMPLATE_INDEX" val="20233243"/>
  <p:tag name="KSO_WM_UNIT_LAYERLEVEL" val="1_1_1"/>
  <p:tag name="KSO_WM_TAG_VERSION" val="3.0"/>
  <p:tag name="KSO_WM_UNIT_VALUE" val="60*60"/>
  <p:tag name="KSO_WM_UNIT_TYPE" val="m_h_x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]}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i*1_4"/>
  <p:tag name="KSO_WM_TEMPLATE_CATEGORY" val="diagram"/>
  <p:tag name="KSO_WM_TEMPLATE_INDEX" val="20233243"/>
  <p:tag name="KSO_WM_UNIT_LAYERLEVEL" val="1_1"/>
  <p:tag name="KSO_WM_TAG_VERSION" val="3.0"/>
  <p:tag name="KSO_WM_UNIT_TYPE" val="m_i"/>
  <p:tag name="KSO_WM_UNIT_INDEX" val="1_4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USE_COLOR_VALUE" val="{&quot;color_scheme&quot;:1,&quot;color_type&quot;:1,&quot;theme_color_indexes&quot;:[]}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x*1_3_1"/>
  <p:tag name="KSO_WM_TEMPLATE_CATEGORY" val="diagram"/>
  <p:tag name="KSO_WM_TEMPLATE_INDEX" val="20233243"/>
  <p:tag name="KSO_WM_UNIT_LAYERLEVEL" val="1_1_1"/>
  <p:tag name="KSO_WM_TAG_VERSION" val="3.0"/>
  <p:tag name="KSO_WM_UNIT_VALUE" val="60*60"/>
  <p:tag name="KSO_WM_UNIT_TYPE" val="m_h_x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]}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x*1_2_1"/>
  <p:tag name="KSO_WM_TEMPLATE_CATEGORY" val="diagram"/>
  <p:tag name="KSO_WM_TEMPLATE_INDEX" val="20233243"/>
  <p:tag name="KSO_WM_UNIT_LAYERLEVEL" val="1_1_1"/>
  <p:tag name="KSO_WM_TAG_VERSION" val="3.0"/>
  <p:tag name="KSO_WM_UNIT_VALUE" val="60*60"/>
  <p:tag name="KSO_WM_UNIT_TYPE" val="m_h_x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]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x*1_4_1"/>
  <p:tag name="KSO_WM_TEMPLATE_CATEGORY" val="diagram"/>
  <p:tag name="KSO_WM_TEMPLATE_INDEX" val="20233243"/>
  <p:tag name="KSO_WM_UNIT_LAYERLEVEL" val="1_1_1"/>
  <p:tag name="KSO_WM_TAG_VERSION" val="3.0"/>
  <p:tag name="KSO_WM_UNIT_VALUE" val="60*60"/>
  <p:tag name="KSO_WM_UNIT_TYPE" val="m_h_x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]}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3243_2*m_h_x*1_5_1"/>
  <p:tag name="KSO_WM_TEMPLATE_CATEGORY" val="diagram"/>
  <p:tag name="KSO_WM_TEMPLATE_INDEX" val="20233243"/>
  <p:tag name="KSO_WM_UNIT_LAYERLEVEL" val="1_1_1"/>
  <p:tag name="KSO_WM_TAG_VERSION" val="3.0"/>
  <p:tag name="KSO_WM_UNIT_VALUE" val="60*60"/>
  <p:tag name="KSO_WM_UNIT_TYPE" val="m_h_x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VIRTUALLY_FRAME" val="{&quot;height&quot;:378.5462209129016,&quot;left&quot;:28.625,&quot;top&quot;:138.4814951515515,&quot;width&quot;:902.750039370078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]}"/>
</p:tagLst>
</file>

<file path=ppt/tags/tag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3243_2*m_h_f*1_4_1"/>
  <p:tag name="KSO_WM_TEMPLATE_CATEGORY" val="diagram"/>
  <p:tag name="KSO_WM_TEMPLATE_INDEX" val="20233243"/>
  <p:tag name="KSO_WM_UNIT_LAYERLEVEL" val="1_1_1"/>
  <p:tag name="KSO_WM_TAG_VERSION" val="3.0"/>
  <p:tag name="KSO_WM_UNIT_TEXT_FILL_FORE_SCHEMECOLOR_INDEX_BRIGHTNESS" val="0.15"/>
  <p:tag name="KSO_WM_DIAGRAM_GROUP_CODE" val="m1-1"/>
  <p:tag name="KSO_WM_DIAGRAM_VIRTUALLY_FRAME" val="{&quot;height&quot;:378.5462209129016,&quot;left&quot;:28.625,&quot;top&quot;:138.4814951515515,&quot;width&quot;:902.7500393700786}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3243_2*m_h_f*1_2_1"/>
  <p:tag name="KSO_WM_TEMPLATE_CATEGORY" val="diagram"/>
  <p:tag name="KSO_WM_TEMPLATE_INDEX" val="20233243"/>
  <p:tag name="KSO_WM_UNIT_LAYERLEVEL" val="1_1_1"/>
  <p:tag name="KSO_WM_TAG_VERSION" val="3.0"/>
  <p:tag name="KSO_WM_UNIT_TEXT_FILL_FORE_SCHEMECOLOR_INDEX_BRIGHTNESS" val="0.15"/>
  <p:tag name="KSO_WM_DIAGRAM_GROUP_CODE" val="m1-1"/>
  <p:tag name="KSO_WM_DIAGRAM_VIRTUALLY_FRAME" val="{&quot;height&quot;:378.5462209129016,&quot;left&quot;:28.625,&quot;top&quot;:138.4814951515515,&quot;width&quot;:902.7500393700786}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内容，简明扼要地阐述您的观点。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7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243_2*m_h_f*1_1_1"/>
  <p:tag name="KSO_WM_TEMPLATE_CATEGORY" val="diagram"/>
  <p:tag name="KSO_WM_TEMPLATE_INDEX" val="20233243"/>
  <p:tag name="KSO_WM_UNIT_LAYERLEVEL" val="1_1_1"/>
  <p:tag name="KSO_WM_TAG_VERSION" val="3.0"/>
  <p:tag name="KSO_WM_UNIT_TEXT_FILL_FORE_SCHEMECOLOR_INDEX_BRIGHTNESS" val="0.15"/>
  <p:tag name="KSO_WM_DIAGRAM_GROUP_CODE" val="m1-1"/>
  <p:tag name="KSO_WM_DIAGRAM_VIRTUALLY_FRAME" val="{&quot;height&quot;:378.5462209129016,&quot;left&quot;:28.625,&quot;top&quot;:138.4814951515515,&quot;width&quot;:902.7500393700786}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。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3243_2*m_h_f*1_3_1"/>
  <p:tag name="KSO_WM_TEMPLATE_CATEGORY" val="diagram"/>
  <p:tag name="KSO_WM_TEMPLATE_INDEX" val="20233243"/>
  <p:tag name="KSO_WM_UNIT_LAYERLEVEL" val="1_1_1"/>
  <p:tag name="KSO_WM_TAG_VERSION" val="3.0"/>
  <p:tag name="KSO_WM_UNIT_TEXT_FILL_FORE_SCHEMECOLOR_INDEX_BRIGHTNESS" val="0.15"/>
  <p:tag name="KSO_WM_DIAGRAM_GROUP_CODE" val="m1-1"/>
  <p:tag name="KSO_WM_DIAGRAM_VIRTUALLY_FRAME" val="{&quot;height&quot;:378.5462209129016,&quot;left&quot;:28.625,&quot;top&quot;:138.4814951515515,&quot;width&quot;:902.7500393700786}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内容，简明扼要地阐述您的观点。根据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3243_2*m_h_f*1_5_1"/>
  <p:tag name="KSO_WM_TEMPLATE_CATEGORY" val="diagram"/>
  <p:tag name="KSO_WM_TEMPLATE_INDEX" val="20233243"/>
  <p:tag name="KSO_WM_UNIT_LAYERLEVEL" val="1_1_1"/>
  <p:tag name="KSO_WM_TAG_VERSION" val="3.0"/>
  <p:tag name="KSO_WM_UNIT_TEXT_FILL_FORE_SCHEMECOLOR_INDEX_BRIGHTNESS" val="0.15"/>
  <p:tag name="KSO_WM_DIAGRAM_GROUP_CODE" val="m1-1"/>
  <p:tag name="KSO_WM_DIAGRAM_VIRTUALLY_FRAME" val="{&quot;height&quot;:378.5462209129016,&quot;left&quot;:28.625,&quot;top&quot;:138.4814951515515,&quot;width&quot;:902.7500393700786}"/>
  <p:tag name="KSO_WM_DIAGRAM_VERSION" val="3"/>
  <p:tag name="KSO_WM_DIAGRAM_COLOR_TRICK" val="1"/>
  <p:tag name="KSO_WM_DIAGRAM_COLOR_TEXT_CAN_REMOVE" val="n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内容，简明扼要地阐述您的观点。根据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2400]}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2400]}"/>
</p:tagLst>
</file>

<file path=ppt/tags/tag84.xml><?xml version="1.0" encoding="utf-8"?>
<p:tagLst xmlns:p="http://schemas.openxmlformats.org/presentationml/2006/main">
  <p:tag name="resource_record_key" val="{&quot;65&quot;:[20205081],&quot;70&quot;:[332240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WPS 演示</Application>
  <PresentationFormat>宽屏</PresentationFormat>
  <Paragraphs>28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汉仪书宋二KW</vt:lpstr>
      <vt:lpstr>苹方-简</vt:lpstr>
      <vt:lpstr>微软雅黑</vt:lpstr>
      <vt:lpstr>宋体</vt:lpstr>
      <vt:lpstr>Arial Unicode MS</vt:lpstr>
      <vt:lpstr>Calibri</vt:lpstr>
      <vt:lpstr>Helvetica Neue</vt:lpstr>
      <vt:lpstr>Wingdings 2</vt:lpstr>
      <vt:lpstr>Microsoft YaHei Regular</vt:lpstr>
      <vt:lpstr>Microsoft YaHei Bold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刘远航</cp:lastModifiedBy>
  <cp:revision>165</cp:revision>
  <dcterms:created xsi:type="dcterms:W3CDTF">2026-02-04T04:44:40Z</dcterms:created>
  <dcterms:modified xsi:type="dcterms:W3CDTF">2026-02-04T04:44:40Z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753EAF2F1DE82EBF8D9F82690ADDFAE2_41</vt:lpwstr>
  </property>
</Properties>
</file>